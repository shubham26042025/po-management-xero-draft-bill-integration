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6858000" cy="9144000"/>
  <p:embeddedFontLst>
    <p:embeddedFont>
      <p:font typeface="Mulish"/>
      <p:regular r:id="rId11"/>
      <p:bold r:id="rId12"/>
      <p:italic r:id="rId13"/>
      <p:boldItalic r:id="rId14"/>
    </p:embeddedFont>
    <p:embeddedFont>
      <p:font typeface="Mulish SemiBold"/>
      <p:regular r:id="rId15"/>
      <p:bold r:id="rId16"/>
      <p:italic r:id="rId17"/>
      <p:boldItalic r:id="rId18"/>
    </p:embeddedFont>
    <p:embeddedFont>
      <p:font typeface="Lexend"/>
      <p:regular r:id="rId19"/>
      <p:bold r:id="rId20"/>
    </p:embeddedFont>
    <p:embeddedFont>
      <p:font typeface="Mulish Medium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xend-bold.fntdata"/><Relationship Id="rId11" Type="http://schemas.openxmlformats.org/officeDocument/2006/relationships/font" Target="fonts/Mulish-regular.fntdata"/><Relationship Id="rId22" Type="http://schemas.openxmlformats.org/officeDocument/2006/relationships/font" Target="fonts/MulishMedium-bold.fntdata"/><Relationship Id="rId10" Type="http://schemas.openxmlformats.org/officeDocument/2006/relationships/slide" Target="slides/slide6.xml"/><Relationship Id="rId21" Type="http://schemas.openxmlformats.org/officeDocument/2006/relationships/font" Target="fonts/MulishMedium-regular.fntdata"/><Relationship Id="rId13" Type="http://schemas.openxmlformats.org/officeDocument/2006/relationships/font" Target="fonts/Mulish-italic.fntdata"/><Relationship Id="rId24" Type="http://schemas.openxmlformats.org/officeDocument/2006/relationships/font" Target="fonts/MulishMedium-boldItalic.fntdata"/><Relationship Id="rId12" Type="http://schemas.openxmlformats.org/officeDocument/2006/relationships/font" Target="fonts/Mulish-bold.fntdata"/><Relationship Id="rId23" Type="http://schemas.openxmlformats.org/officeDocument/2006/relationships/font" Target="fonts/MulishMedium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ulishSemiBold-regular.fntdata"/><Relationship Id="rId14" Type="http://schemas.openxmlformats.org/officeDocument/2006/relationships/font" Target="fonts/Mulish-boldItalic.fntdata"/><Relationship Id="rId17" Type="http://schemas.openxmlformats.org/officeDocument/2006/relationships/font" Target="fonts/MulishSemiBold-italic.fntdata"/><Relationship Id="rId16" Type="http://schemas.openxmlformats.org/officeDocument/2006/relationships/font" Target="fonts/MulishSemiBold-bold.fntdata"/><Relationship Id="rId5" Type="http://schemas.openxmlformats.org/officeDocument/2006/relationships/slide" Target="slides/slide1.xml"/><Relationship Id="rId19" Type="http://schemas.openxmlformats.org/officeDocument/2006/relationships/font" Target="fonts/Lexend-regular.fntdata"/><Relationship Id="rId6" Type="http://schemas.openxmlformats.org/officeDocument/2006/relationships/slide" Target="slides/slide2.xml"/><Relationship Id="rId18" Type="http://schemas.openxmlformats.org/officeDocument/2006/relationships/font" Target="fonts/MulishSemiBold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fb927b96b_18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fb927b96b_18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75da2236d7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75da2236d7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5daa1104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5daa1104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5daa1104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5daa1104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fb927b96b_18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fb927b96b_18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5daa1104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5daa1104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-4862"/>
            <a:ext cx="9144003" cy="515322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73025" y="1090550"/>
            <a:ext cx="8265600" cy="24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700">
                <a:solidFill>
                  <a:schemeClr val="lt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Project Name</a:t>
            </a:r>
            <a:endParaRPr sz="3700">
              <a:solidFill>
                <a:schemeClr val="lt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700">
              <a:solidFill>
                <a:schemeClr val="lt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solidFill>
                  <a:schemeClr val="lt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Date</a:t>
            </a:r>
            <a:endParaRPr sz="3200">
              <a:solidFill>
                <a:schemeClr val="lt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580400" y="3421950"/>
            <a:ext cx="714000" cy="23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3425" y="4248550"/>
            <a:ext cx="4140574" cy="899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" name="Google Shape;58;p13"/>
          <p:cNvGrpSpPr/>
          <p:nvPr/>
        </p:nvGrpSpPr>
        <p:grpSpPr>
          <a:xfrm>
            <a:off x="7022175" y="301675"/>
            <a:ext cx="1825200" cy="543000"/>
            <a:chOff x="7022175" y="301675"/>
            <a:chExt cx="1825200" cy="543000"/>
          </a:xfrm>
        </p:grpSpPr>
        <p:sp>
          <p:nvSpPr>
            <p:cNvPr id="59" name="Google Shape;59;p13"/>
            <p:cNvSpPr/>
            <p:nvPr/>
          </p:nvSpPr>
          <p:spPr>
            <a:xfrm>
              <a:off x="7022175" y="301675"/>
              <a:ext cx="1825200" cy="543000"/>
            </a:xfrm>
            <a:prstGeom prst="rect">
              <a:avLst/>
            </a:prstGeom>
            <a:solidFill>
              <a:srgbClr val="0893D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0" name="Google Shape;60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071456" y="328838"/>
              <a:ext cx="1726638" cy="4886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66473" y="238850"/>
            <a:ext cx="7224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94D5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94D5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Introduction of Team</a:t>
            </a:r>
            <a:endParaRPr sz="1800">
              <a:solidFill>
                <a:srgbClr val="0094D5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94D5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6125" y="175050"/>
            <a:ext cx="1298448" cy="380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166473" y="238850"/>
            <a:ext cx="7224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94D5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Tentative</a:t>
            </a:r>
            <a:r>
              <a:rPr lang="en" sz="1800">
                <a:solidFill>
                  <a:srgbClr val="0094D5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roadmap</a:t>
            </a:r>
            <a:endParaRPr sz="1800">
              <a:solidFill>
                <a:srgbClr val="0094D5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6125" y="175050"/>
            <a:ext cx="1298448" cy="380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166473" y="238850"/>
            <a:ext cx="7224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94D5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Dependency</a:t>
            </a:r>
            <a:endParaRPr sz="1800">
              <a:solidFill>
                <a:srgbClr val="0094D5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6125" y="175050"/>
            <a:ext cx="1298448" cy="38026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183511" y="2049175"/>
            <a:ext cx="7224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94D5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Out of scope</a:t>
            </a:r>
            <a:endParaRPr sz="1800">
              <a:solidFill>
                <a:srgbClr val="0094D5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" y="-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/>
        </p:nvSpPr>
        <p:spPr>
          <a:xfrm>
            <a:off x="166473" y="238850"/>
            <a:ext cx="7224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94D5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Terms</a:t>
            </a:r>
            <a:endParaRPr sz="1800">
              <a:solidFill>
                <a:srgbClr val="0094D5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6125" y="175050"/>
            <a:ext cx="1298448" cy="380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/>
        </p:nvSpPr>
        <p:spPr>
          <a:xfrm>
            <a:off x="2561100" y="2090525"/>
            <a:ext cx="40218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rPr>
              <a:t>Thank You!</a:t>
            </a:r>
            <a:endParaRPr b="1" sz="3900">
              <a:solidFill>
                <a:srgbClr val="FFFFFF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0425" y="788168"/>
            <a:ext cx="2212750" cy="62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" y="-1528"/>
            <a:ext cx="9144001" cy="43418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18"/>
          <p:cNvGrpSpPr/>
          <p:nvPr/>
        </p:nvGrpSpPr>
        <p:grpSpPr>
          <a:xfrm>
            <a:off x="2276550" y="582710"/>
            <a:ext cx="4590900" cy="3173331"/>
            <a:chOff x="2276550" y="514669"/>
            <a:chExt cx="4590900" cy="3173331"/>
          </a:xfrm>
        </p:grpSpPr>
        <p:sp>
          <p:nvSpPr>
            <p:cNvPr id="98" name="Google Shape;98;p18"/>
            <p:cNvSpPr txBox="1"/>
            <p:nvPr/>
          </p:nvSpPr>
          <p:spPr>
            <a:xfrm>
              <a:off x="2276550" y="2950900"/>
              <a:ext cx="4590900" cy="7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FFFFFF"/>
                  </a:solidFill>
                  <a:latin typeface="Mulish Medium"/>
                  <a:ea typeface="Mulish Medium"/>
                  <a:cs typeface="Mulish Medium"/>
                  <a:sym typeface="Mulish Medium"/>
                </a:rPr>
                <a:t>Thank You for Listening!</a:t>
              </a:r>
              <a:endParaRPr sz="2600">
                <a:solidFill>
                  <a:srgbClr val="FFFFFF"/>
                </a:solidFill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pic>
          <p:nvPicPr>
            <p:cNvPr id="99" name="Google Shape;99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592541" y="514669"/>
              <a:ext cx="1958917" cy="202996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0" name="Google Shape;100;p18"/>
          <p:cNvSpPr txBox="1"/>
          <p:nvPr/>
        </p:nvSpPr>
        <p:spPr>
          <a:xfrm>
            <a:off x="1179425" y="4626100"/>
            <a:ext cx="1607100" cy="2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+1-415-802-0027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53600" y="4624519"/>
            <a:ext cx="237744" cy="2377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" name="Google Shape;102;p18"/>
          <p:cNvGrpSpPr/>
          <p:nvPr/>
        </p:nvGrpSpPr>
        <p:grpSpPr>
          <a:xfrm>
            <a:off x="2993988" y="4624519"/>
            <a:ext cx="2529962" cy="237744"/>
            <a:chOff x="2993988" y="4624519"/>
            <a:chExt cx="2529962" cy="237744"/>
          </a:xfrm>
        </p:grpSpPr>
        <p:sp>
          <p:nvSpPr>
            <p:cNvPr id="103" name="Google Shape;103;p18"/>
            <p:cNvSpPr txBox="1"/>
            <p:nvPr/>
          </p:nvSpPr>
          <p:spPr>
            <a:xfrm>
              <a:off x="3208850" y="4624600"/>
              <a:ext cx="23151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www.satvasolutions.com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04" name="Google Shape;104;p1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993988" y="4624519"/>
              <a:ext cx="237744" cy="23774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5" name="Google Shape;105;p18"/>
          <p:cNvGrpSpPr/>
          <p:nvPr/>
        </p:nvGrpSpPr>
        <p:grpSpPr>
          <a:xfrm>
            <a:off x="5669875" y="4624519"/>
            <a:ext cx="2721525" cy="237744"/>
            <a:chOff x="5669875" y="4624519"/>
            <a:chExt cx="2721525" cy="237744"/>
          </a:xfrm>
        </p:grpSpPr>
        <p:sp>
          <p:nvSpPr>
            <p:cNvPr id="106" name="Google Shape;106;p18"/>
            <p:cNvSpPr txBox="1"/>
            <p:nvPr/>
          </p:nvSpPr>
          <p:spPr>
            <a:xfrm>
              <a:off x="5887600" y="4624600"/>
              <a:ext cx="25038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sales@satvasolutions.com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07" name="Google Shape;107;p18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5669875" y="4624519"/>
              <a:ext cx="237744" cy="23774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